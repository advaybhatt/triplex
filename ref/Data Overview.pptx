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62" r:id="rId5"/>
    <p:sldId id="260" r:id="rId6"/>
    <p:sldId id="269" r:id="rId7"/>
    <p:sldId id="258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17"/>
    <p:restoredTop sz="96234"/>
  </p:normalViewPr>
  <p:slideViewPr>
    <p:cSldViewPr snapToGrid="0">
      <p:cViewPr varScale="1">
        <p:scale>
          <a:sx n="88" d="100"/>
          <a:sy n="88" d="100"/>
        </p:scale>
        <p:origin x="216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Ames" userId="9dce3a4f-1b5b-4bbc-918d-e9a27330ca91" providerId="ADAL" clId="{A5BF6104-F0E1-2344-A13A-E2F13AD6262B}"/>
    <pc:docChg chg="custSel delSld modSld">
      <pc:chgData name="Nicholas Ames" userId="9dce3a4f-1b5b-4bbc-918d-e9a27330ca91" providerId="ADAL" clId="{A5BF6104-F0E1-2344-A13A-E2F13AD6262B}" dt="2024-09-17T15:39:53.895" v="87" actId="2696"/>
      <pc:docMkLst>
        <pc:docMk/>
      </pc:docMkLst>
      <pc:sldChg chg="del">
        <pc:chgData name="Nicholas Ames" userId="9dce3a4f-1b5b-4bbc-918d-e9a27330ca91" providerId="ADAL" clId="{A5BF6104-F0E1-2344-A13A-E2F13AD6262B}" dt="2024-09-17T15:39:02.424" v="30" actId="2696"/>
        <pc:sldMkLst>
          <pc:docMk/>
          <pc:sldMk cId="3130913119" sldId="257"/>
        </pc:sldMkLst>
      </pc:sldChg>
      <pc:sldChg chg="modSp mod">
        <pc:chgData name="Nicholas Ames" userId="9dce3a4f-1b5b-4bbc-918d-e9a27330ca91" providerId="ADAL" clId="{A5BF6104-F0E1-2344-A13A-E2F13AD6262B}" dt="2024-09-17T15:39:36.574" v="80" actId="20577"/>
        <pc:sldMkLst>
          <pc:docMk/>
          <pc:sldMk cId="211274647" sldId="258"/>
        </pc:sldMkLst>
      </pc:sldChg>
      <pc:sldChg chg="addSp delSp modSp mod">
        <pc:chgData name="Nicholas Ames" userId="9dce3a4f-1b5b-4bbc-918d-e9a27330ca91" providerId="ADAL" clId="{A5BF6104-F0E1-2344-A13A-E2F13AD6262B}" dt="2024-09-17T15:38:09.331" v="2" actId="1076"/>
        <pc:sldMkLst>
          <pc:docMk/>
          <pc:sldMk cId="217626573" sldId="260"/>
        </pc:sldMkLst>
      </pc:sldChg>
      <pc:sldChg chg="del">
        <pc:chgData name="Nicholas Ames" userId="9dce3a4f-1b5b-4bbc-918d-e9a27330ca91" providerId="ADAL" clId="{A5BF6104-F0E1-2344-A13A-E2F13AD6262B}" dt="2024-09-17T15:39:43.581" v="81" actId="2696"/>
        <pc:sldMkLst>
          <pc:docMk/>
          <pc:sldMk cId="125727960" sldId="264"/>
        </pc:sldMkLst>
      </pc:sldChg>
      <pc:sldChg chg="del">
        <pc:chgData name="Nicholas Ames" userId="9dce3a4f-1b5b-4bbc-918d-e9a27330ca91" providerId="ADAL" clId="{A5BF6104-F0E1-2344-A13A-E2F13AD6262B}" dt="2024-09-17T15:39:46.840" v="82" actId="2696"/>
        <pc:sldMkLst>
          <pc:docMk/>
          <pc:sldMk cId="3260391921" sldId="265"/>
        </pc:sldMkLst>
      </pc:sldChg>
      <pc:sldChg chg="del">
        <pc:chgData name="Nicholas Ames" userId="9dce3a4f-1b5b-4bbc-918d-e9a27330ca91" providerId="ADAL" clId="{A5BF6104-F0E1-2344-A13A-E2F13AD6262B}" dt="2024-09-17T15:39:48.308" v="83" actId="2696"/>
        <pc:sldMkLst>
          <pc:docMk/>
          <pc:sldMk cId="2055128117" sldId="267"/>
        </pc:sldMkLst>
      </pc:sldChg>
      <pc:sldChg chg="delSp del mod">
        <pc:chgData name="Nicholas Ames" userId="9dce3a4f-1b5b-4bbc-918d-e9a27330ca91" providerId="ADAL" clId="{A5BF6104-F0E1-2344-A13A-E2F13AD6262B}" dt="2024-09-17T15:38:57.142" v="29" actId="2696"/>
        <pc:sldMkLst>
          <pc:docMk/>
          <pc:sldMk cId="1913024651" sldId="268"/>
        </pc:sldMkLst>
      </pc:sldChg>
      <pc:sldChg chg="addSp modSp mod">
        <pc:chgData name="Nicholas Ames" userId="9dce3a4f-1b5b-4bbc-918d-e9a27330ca91" providerId="ADAL" clId="{A5BF6104-F0E1-2344-A13A-E2F13AD6262B}" dt="2024-09-17T15:38:53.504" v="28" actId="122"/>
        <pc:sldMkLst>
          <pc:docMk/>
          <pc:sldMk cId="808856300" sldId="269"/>
        </pc:sldMkLst>
      </pc:sldChg>
      <pc:sldChg chg="del">
        <pc:chgData name="Nicholas Ames" userId="9dce3a4f-1b5b-4bbc-918d-e9a27330ca91" providerId="ADAL" clId="{A5BF6104-F0E1-2344-A13A-E2F13AD6262B}" dt="2024-09-17T15:39:51.030" v="85" actId="2696"/>
        <pc:sldMkLst>
          <pc:docMk/>
          <pc:sldMk cId="3056217282" sldId="270"/>
        </pc:sldMkLst>
      </pc:sldChg>
      <pc:sldChg chg="del">
        <pc:chgData name="Nicholas Ames" userId="9dce3a4f-1b5b-4bbc-918d-e9a27330ca91" providerId="ADAL" clId="{A5BF6104-F0E1-2344-A13A-E2F13AD6262B}" dt="2024-09-17T15:39:50.055" v="84" actId="2696"/>
        <pc:sldMkLst>
          <pc:docMk/>
          <pc:sldMk cId="795123602" sldId="271"/>
        </pc:sldMkLst>
      </pc:sldChg>
      <pc:sldChg chg="del">
        <pc:chgData name="Nicholas Ames" userId="9dce3a4f-1b5b-4bbc-918d-e9a27330ca91" providerId="ADAL" clId="{A5BF6104-F0E1-2344-A13A-E2F13AD6262B}" dt="2024-09-17T15:39:53.895" v="87" actId="2696"/>
        <pc:sldMkLst>
          <pc:docMk/>
          <pc:sldMk cId="486526755" sldId="272"/>
        </pc:sldMkLst>
      </pc:sldChg>
      <pc:sldChg chg="del">
        <pc:chgData name="Nicholas Ames" userId="9dce3a4f-1b5b-4bbc-918d-e9a27330ca91" providerId="ADAL" clId="{A5BF6104-F0E1-2344-A13A-E2F13AD6262B}" dt="2024-09-17T15:39:52.257" v="86" actId="2696"/>
        <pc:sldMkLst>
          <pc:docMk/>
          <pc:sldMk cId="87027027" sldId="273"/>
        </pc:sldMkLst>
      </pc:sldChg>
    </pc:docChg>
  </pc:docChgLst>
  <pc:docChgLst>
    <pc:chgData name="Nicholas Ames" userId="9dce3a4f-1b5b-4bbc-918d-e9a27330ca91" providerId="ADAL" clId="{345E0392-FA31-1E41-A14C-BB5BC2182F8E}"/>
    <pc:docChg chg="undo custSel delSld modSld">
      <pc:chgData name="Nicholas Ames" userId="9dce3a4f-1b5b-4bbc-918d-e9a27330ca91" providerId="ADAL" clId="{345E0392-FA31-1E41-A14C-BB5BC2182F8E}" dt="2025-05-14T17:24:38.247" v="3" actId="26606"/>
      <pc:docMkLst>
        <pc:docMk/>
      </pc:docMkLst>
      <pc:sldChg chg="del">
        <pc:chgData name="Nicholas Ames" userId="9dce3a4f-1b5b-4bbc-918d-e9a27330ca91" providerId="ADAL" clId="{345E0392-FA31-1E41-A14C-BB5BC2182F8E}" dt="2025-05-14T17:24:26.752" v="0" actId="2696"/>
        <pc:sldMkLst>
          <pc:docMk/>
          <pc:sldMk cId="3767742638" sldId="256"/>
        </pc:sldMkLst>
      </pc:sldChg>
      <pc:sldChg chg="addSp delSp modSp mod setBg">
        <pc:chgData name="Nicholas Ames" userId="9dce3a4f-1b5b-4bbc-918d-e9a27330ca91" providerId="ADAL" clId="{345E0392-FA31-1E41-A14C-BB5BC2182F8E}" dt="2025-05-14T17:24:38.247" v="3" actId="26606"/>
        <pc:sldMkLst>
          <pc:docMk/>
          <pc:sldMk cId="1605859646" sldId="262"/>
        </pc:sldMkLst>
        <pc:spChg chg="mod">
          <ac:chgData name="Nicholas Ames" userId="9dce3a4f-1b5b-4bbc-918d-e9a27330ca91" providerId="ADAL" clId="{345E0392-FA31-1E41-A14C-BB5BC2182F8E}" dt="2025-05-14T17:24:38.247" v="3" actId="26606"/>
          <ac:spMkLst>
            <pc:docMk/>
            <pc:sldMk cId="1605859646" sldId="262"/>
            <ac:spMk id="2" creationId="{00000000-0000-0000-0000-000000000000}"/>
          </ac:spMkLst>
        </pc:spChg>
        <pc:spChg chg="mod ord">
          <ac:chgData name="Nicholas Ames" userId="9dce3a4f-1b5b-4bbc-918d-e9a27330ca91" providerId="ADAL" clId="{345E0392-FA31-1E41-A14C-BB5BC2182F8E}" dt="2025-05-14T17:24:38.247" v="3" actId="26606"/>
          <ac:spMkLst>
            <pc:docMk/>
            <pc:sldMk cId="1605859646" sldId="262"/>
            <ac:spMk id="3" creationId="{00000000-0000-0000-0000-000000000000}"/>
          </ac:spMkLst>
        </pc:spChg>
        <pc:spChg chg="add del">
          <ac:chgData name="Nicholas Ames" userId="9dce3a4f-1b5b-4bbc-918d-e9a27330ca91" providerId="ADAL" clId="{345E0392-FA31-1E41-A14C-BB5BC2182F8E}" dt="2025-05-14T17:24:38.239" v="2" actId="26606"/>
          <ac:spMkLst>
            <pc:docMk/>
            <pc:sldMk cId="1605859646" sldId="262"/>
            <ac:spMk id="9" creationId="{362810D9-2C5A-477D-949C-C191895477F3}"/>
          </ac:spMkLst>
        </pc:spChg>
        <pc:spChg chg="add del">
          <ac:chgData name="Nicholas Ames" userId="9dce3a4f-1b5b-4bbc-918d-e9a27330ca91" providerId="ADAL" clId="{345E0392-FA31-1E41-A14C-BB5BC2182F8E}" dt="2025-05-14T17:24:38.239" v="2" actId="26606"/>
          <ac:spMkLst>
            <pc:docMk/>
            <pc:sldMk cId="1605859646" sldId="262"/>
            <ac:spMk id="11" creationId="{081E4A58-353D-44AE-B2FC-2A74E2E400F7}"/>
          </ac:spMkLst>
        </pc:spChg>
        <pc:spChg chg="add">
          <ac:chgData name="Nicholas Ames" userId="9dce3a4f-1b5b-4bbc-918d-e9a27330ca91" providerId="ADAL" clId="{345E0392-FA31-1E41-A14C-BB5BC2182F8E}" dt="2025-05-14T17:24:38.247" v="3" actId="26606"/>
          <ac:spMkLst>
            <pc:docMk/>
            <pc:sldMk cId="1605859646" sldId="262"/>
            <ac:spMk id="13" creationId="{ACD3AB31-A71C-4414-BA05-CF667CBA34D2}"/>
          </ac:spMkLst>
        </pc:spChg>
        <pc:spChg chg="add">
          <ac:chgData name="Nicholas Ames" userId="9dce3a4f-1b5b-4bbc-918d-e9a27330ca91" providerId="ADAL" clId="{345E0392-FA31-1E41-A14C-BB5BC2182F8E}" dt="2025-05-14T17:24:38.247" v="3" actId="26606"/>
          <ac:spMkLst>
            <pc:docMk/>
            <pc:sldMk cId="1605859646" sldId="262"/>
            <ac:spMk id="14" creationId="{435ADAF7-9BEB-4FA3-AE9F-4CF47620EB6A}"/>
          </ac:spMkLst>
        </pc:spChg>
        <pc:spChg chg="add">
          <ac:chgData name="Nicholas Ames" userId="9dce3a4f-1b5b-4bbc-918d-e9a27330ca91" providerId="ADAL" clId="{345E0392-FA31-1E41-A14C-BB5BC2182F8E}" dt="2025-05-14T17:24:38.247" v="3" actId="26606"/>
          <ac:spMkLst>
            <pc:docMk/>
            <pc:sldMk cId="1605859646" sldId="262"/>
            <ac:spMk id="15" creationId="{57BB0BA7-0383-4937-8874-B01AAA08E2CB}"/>
          </ac:spMkLst>
        </pc:spChg>
        <pc:picChg chg="mod ord">
          <ac:chgData name="Nicholas Ames" userId="9dce3a4f-1b5b-4bbc-918d-e9a27330ca91" providerId="ADAL" clId="{345E0392-FA31-1E41-A14C-BB5BC2182F8E}" dt="2025-05-14T17:24:38.247" v="3" actId="26606"/>
          <ac:picMkLst>
            <pc:docMk/>
            <pc:sldMk cId="1605859646" sldId="262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BE423-AE96-FD48-A5E6-22BA38544242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53DC2-A3CE-4D40-9757-C9D7073E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2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worth $25-30</a:t>
            </a:r>
            <a:r>
              <a:rPr lang="en-US" baseline="0" dirty="0"/>
              <a:t> million</a:t>
            </a:r>
          </a:p>
          <a:p>
            <a:endParaRPr lang="en-US" baseline="0" dirty="0"/>
          </a:p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969 </a:t>
            </a:r>
            <a:r>
              <a:rPr lang="en-US" dirty="0" err="1">
                <a:solidFill>
                  <a:schemeClr val="tx1"/>
                </a:solidFill>
              </a:rPr>
              <a:t>biparental</a:t>
            </a:r>
            <a:r>
              <a:rPr lang="en-US" dirty="0">
                <a:solidFill>
                  <a:schemeClr val="tx1"/>
                </a:solidFill>
              </a:rPr>
              <a:t> maize populations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484 from heterotic group 1, 485 from heterotic group 2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Population size 16-356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Testcross populations</a:t>
            </a:r>
          </a:p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Parents genotyped with 2911 single nucleotide polymorphism (SNP) markers, progeny genotyped with 49-123 polymorphic SNP markers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</a:t>
            </a:r>
            <a:r>
              <a:rPr lang="en-US" sz="2000" baseline="-25000" dirty="0">
                <a:solidFill>
                  <a:schemeClr val="tx1"/>
                </a:solidFill>
              </a:rPr>
              <a:t>2</a:t>
            </a:r>
            <a:r>
              <a:rPr lang="en-US" sz="2000" dirty="0">
                <a:solidFill>
                  <a:schemeClr val="tx1"/>
                </a:solidFill>
              </a:rPr>
              <a:t>,BC,DH</a:t>
            </a:r>
          </a:p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Trials from 2001-2008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Tested at 4-15 locations 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Each population tested for one year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Locations across the United States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Evaluated for grain yield, test weight </a:t>
            </a:r>
          </a:p>
          <a:p>
            <a:pPr marL="201168" lvl="1" indent="0">
              <a:buClr>
                <a:schemeClr val="tx1"/>
              </a:buClr>
              <a:buNone/>
            </a:pPr>
            <a:r>
              <a:rPr lang="en-US" sz="2000" dirty="0">
                <a:solidFill>
                  <a:schemeClr val="tx1"/>
                </a:solidFill>
              </a:rPr>
              <a:t>    and moisture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D06A2C-87FF-43C8-AF6B-98B04BB1E6CC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17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1BE4-BD95-C589-F679-703700B26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B5035-492B-B2AE-2F67-296843ADC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B27E3-88D4-2B53-FF07-EA2D6E30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333AF-6E87-4088-D3D0-0DB28012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15266-A506-E06A-BA97-447306C3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8EB4-DB14-6F77-D887-00912918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BD05-FA04-6F3F-2B6E-BF1F658AD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08C03-38EC-744E-6CAA-CDCE034A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52898-D7E1-1E7B-A517-283D21F0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84F5-F076-DFD0-DA2C-9B06050D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38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FCB22-009F-84D2-9A90-D0D9763A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EA86-7B30-7DA1-5EB0-D1B9FADCE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EDB8E-DA22-F629-34AA-7EBC3604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E46E-7F38-01F4-5214-615FB73CA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AF457-5DC6-4890-AD79-ECBA5EFC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2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83388-39FF-8538-F6A4-7BCAEB86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5CCBB-4683-B1BB-5431-1BD7718AE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A5EEB-A0CE-FD4B-A665-09705065C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9E8DF-9B92-473F-051C-FDA3FBDE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14DCA-B591-520F-B2FE-AC13F8CC7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D4264-4266-50DF-8CE0-BED27A05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2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2DD6-EC5A-B8AF-7D5B-4BE9B6BF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1F424-96BA-67ED-F140-6C4528C14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CDC9D-8D32-5D6D-6322-1CD2495F8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4D71D-61ED-B115-71F8-68E73A3F3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54BB9-1602-9E46-C703-2B0302ACC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BEDAE-73FE-3228-FAFA-7223E41F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2FF145-65BD-A694-1DC1-249C2D8C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0D004-590E-DE03-F35C-D577D192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9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A0FE-60BE-61DE-D2DC-EE296CE5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035278-3886-95DC-8F7A-805B5850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36A44-C471-F60B-7887-141D58D5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3FE71-5937-8E94-278D-DFB52759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0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31443-1893-6B6B-1EF6-8D4D7CEE1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2A24A-8E24-FF04-D6F3-008284FA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F2FCE-DED0-20B0-EC1B-1BE55F04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4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3ED8-3CAF-C4F3-E11F-0EDDFB41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4764A-EE0B-AC58-0AA3-8FE7144A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4AC9A-FE5E-39DA-B911-F28430DDA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3B2A1-DAF6-C749-CD27-6C1F9F85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F1B06-53CD-EB07-8F2C-707515F0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6A060-EDD6-3867-4F8C-61B27DEE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6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0CA6-01A1-DCC4-7C60-5484BBBB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56686D-0477-E35F-36AB-FBD5D0DFA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35ABB-1D0F-70D1-9892-789359C62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65175-B02F-E50A-6ECF-AA0E99D23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CCA39-72BB-EAD3-CB6B-6976FA48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D9E4D-8FD5-1EBD-62EE-A7CD44CD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9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2C1E-0F5B-8EF5-06A2-D2C10015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DE6F2-37C2-7DAF-C0F7-29F955F60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83FB-F8D0-BB89-B730-33776590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55E46-BDE0-1DE8-07FD-D06BFE79F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68A9-7176-1BAA-12D4-75B859FE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7E2C2-22D5-BA2C-8F5B-6690923BB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401F2-8B24-F508-F9F2-EBB91317F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61B70-1E89-DD71-06A4-893E73A5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2A80A-CAD2-2968-EBED-2E638F38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0157D-07F5-767E-768D-35B08D1F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3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93026-E267-207C-46A3-9E5ED2B89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08070-891B-A2A9-C8F8-F7FFA40AA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E40A9-9B54-19E0-B226-D5B699B77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6DEB2-340B-EA42-85A6-62C3FE3829AA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BCA76-3738-1BDF-6951-42DD395F8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90004-7126-9371-76E2-24B18C0E8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753E8-214A-2443-8ACF-1639B157AA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F63C2-1F5E-2ABF-DEB6-A1FECA0140B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758488" y="6459220"/>
            <a:ext cx="1433512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FF89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443169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647" y="431212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The Legacy Dataset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2" t="-6786" r="17019" b="1032"/>
          <a:stretch/>
        </p:blipFill>
        <p:spPr>
          <a:xfrm rot="5400000">
            <a:off x="636284" y="3010830"/>
            <a:ext cx="3037720" cy="360508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0176" y="678955"/>
            <a:ext cx="5586448" cy="5409743"/>
          </a:xfrm>
        </p:spPr>
        <p:txBody>
          <a:bodyPr anchor="ctr"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000">
                <a:latin typeface="Calibri" panose="020F0502020204030204" pitchFamily="34" charset="0"/>
              </a:rPr>
              <a:t>999 biparental maize populations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>
                <a:latin typeface="Calibri" panose="020F0502020204030204" pitchFamily="34" charset="0"/>
              </a:rPr>
              <a:t>499 from heterotic group 1, 500 from heterotic group 2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>
                <a:latin typeface="Calibri" panose="020F0502020204030204" pitchFamily="34" charset="0"/>
              </a:rPr>
              <a:t>16-356 lines per population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000">
                <a:latin typeface="Calibri" panose="020F0502020204030204" pitchFamily="34" charset="0"/>
              </a:rPr>
              <a:t>Marker data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>
                <a:latin typeface="Calibri" panose="020F0502020204030204" pitchFamily="34" charset="0"/>
              </a:rPr>
              <a:t>2,911 SNPS for the parents,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>
                <a:latin typeface="Calibri" panose="020F0502020204030204" pitchFamily="34" charset="0"/>
              </a:rPr>
              <a:t>49-123 SNPs for the progeny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000">
                <a:latin typeface="Calibri" panose="020F0502020204030204" pitchFamily="34" charset="0"/>
              </a:rPr>
              <a:t>2000-2008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>
                <a:latin typeface="Calibri" panose="020F0502020204030204" pitchFamily="34" charset="0"/>
              </a:rPr>
              <a:t>4-15 US locations per population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sz="2000">
                <a:latin typeface="Calibri" panose="020F0502020204030204" pitchFamily="34" charset="0"/>
              </a:rPr>
              <a:t>Locations spread across the US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>
                <a:latin typeface="Calibri" panose="020F0502020204030204" pitchFamily="34" charset="0"/>
              </a:rPr>
              <a:t>Grain yield, test weight and moisture</a:t>
            </a:r>
          </a:p>
          <a:p>
            <a:pPr lvl="1"/>
            <a:endParaRPr lang="en-US" sz="2000">
              <a:latin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89741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85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D7467-82B1-41AE-353B-6B30D6F22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Data Files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5BC43-835E-4052-AC4A-92F8FFCD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34444"/>
            <a:ext cx="29972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6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A2CBB-749A-DED0-3A7D-9F0D610EB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47765"/>
            <a:ext cx="10905066" cy="3162469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58EB45-0BF0-4A7E-7178-064FB9031B2C}"/>
              </a:ext>
            </a:extLst>
          </p:cNvPr>
          <p:cNvSpPr txBox="1"/>
          <p:nvPr/>
        </p:nvSpPr>
        <p:spPr>
          <a:xfrm>
            <a:off x="2500313" y="288485"/>
            <a:ext cx="605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Raw Phenotypes</a:t>
            </a:r>
          </a:p>
        </p:txBody>
      </p:sp>
    </p:spTree>
    <p:extLst>
      <p:ext uri="{BB962C8B-B14F-4D97-AF65-F5344CB8AC3E}">
        <p14:creationId xmlns:p14="http://schemas.microsoft.com/office/powerpoint/2010/main" val="80885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58EBE-209B-3E66-DC6D-3DDE2483F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65125"/>
            <a:ext cx="11099800" cy="1325563"/>
          </a:xfrm>
        </p:spPr>
        <p:txBody>
          <a:bodyPr/>
          <a:lstStyle/>
          <a:p>
            <a:r>
              <a:rPr lang="en-US" dirty="0"/>
              <a:t>Imputed Genotypes are separated into per file access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9E3974-8206-091A-A7BB-8EB1D08BB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" y="2037660"/>
            <a:ext cx="873482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2A5C3F-4FFB-E4EE-654C-1975464AAC06}"/>
              </a:ext>
            </a:extLst>
          </p:cNvPr>
          <p:cNvSpPr txBox="1"/>
          <p:nvPr/>
        </p:nvSpPr>
        <p:spPr>
          <a:xfrm>
            <a:off x="9289774" y="2252870"/>
            <a:ext cx="2064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Chromosome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1B499-51AB-53AD-47E7-F9BB66F29069}"/>
              </a:ext>
            </a:extLst>
          </p:cNvPr>
          <p:cNvSpPr txBox="1"/>
          <p:nvPr/>
        </p:nvSpPr>
        <p:spPr>
          <a:xfrm>
            <a:off x="9289774" y="2541824"/>
            <a:ext cx="2064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Centimorgans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B34BA-F655-F001-A590-F2A1B9CDC3CB}"/>
              </a:ext>
            </a:extLst>
          </p:cNvPr>
          <p:cNvSpPr txBox="1"/>
          <p:nvPr/>
        </p:nvSpPr>
        <p:spPr>
          <a:xfrm>
            <a:off x="9296402" y="2813492"/>
            <a:ext cx="234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Parental Genotype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A9C44-6069-2891-607D-84733F105D9E}"/>
              </a:ext>
            </a:extLst>
          </p:cNvPr>
          <p:cNvSpPr txBox="1"/>
          <p:nvPr/>
        </p:nvSpPr>
        <p:spPr>
          <a:xfrm>
            <a:off x="9303030" y="3085160"/>
            <a:ext cx="234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Parental Genotype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A3D76D-1BDB-4099-3DC4-96248592DE8A}"/>
              </a:ext>
            </a:extLst>
          </p:cNvPr>
          <p:cNvSpPr txBox="1"/>
          <p:nvPr/>
        </p:nvSpPr>
        <p:spPr>
          <a:xfrm>
            <a:off x="9296402" y="3375674"/>
            <a:ext cx="234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Progeny Genotypes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0DBDFF-7562-4B4B-5DDB-F371B61C60AE}"/>
              </a:ext>
            </a:extLst>
          </p:cNvPr>
          <p:cNvCxnSpPr>
            <a:stCxn id="9" idx="2"/>
          </p:cNvCxnSpPr>
          <p:nvPr/>
        </p:nvCxnSpPr>
        <p:spPr>
          <a:xfrm>
            <a:off x="10468948" y="3745006"/>
            <a:ext cx="6628" cy="264399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260BCA4-2865-C084-9A38-F443443A3305}"/>
              </a:ext>
            </a:extLst>
          </p:cNvPr>
          <p:cNvSpPr txBox="1"/>
          <p:nvPr/>
        </p:nvSpPr>
        <p:spPr>
          <a:xfrm>
            <a:off x="838200" y="1690688"/>
            <a:ext cx="1620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Population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38178-0C1E-FF5F-AF4F-CD8A2EE478F6}"/>
              </a:ext>
            </a:extLst>
          </p:cNvPr>
          <p:cNvSpPr txBox="1"/>
          <p:nvPr/>
        </p:nvSpPr>
        <p:spPr>
          <a:xfrm>
            <a:off x="1742440" y="1690687"/>
            <a:ext cx="1620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Line ID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25D64B-5879-B7AC-FBF1-7435578FFA52}"/>
              </a:ext>
            </a:extLst>
          </p:cNvPr>
          <p:cNvSpPr txBox="1"/>
          <p:nvPr/>
        </p:nvSpPr>
        <p:spPr>
          <a:xfrm>
            <a:off x="2646680" y="1709535"/>
            <a:ext cx="1620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Marker ID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269843C-898B-1B8C-EAA3-B0FB37C8156C}"/>
              </a:ext>
            </a:extLst>
          </p:cNvPr>
          <p:cNvCxnSpPr/>
          <p:nvPr/>
        </p:nvCxnSpPr>
        <p:spPr>
          <a:xfrm>
            <a:off x="3677920" y="1863423"/>
            <a:ext cx="531090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74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4B85-7E3D-9C09-B908-087E6254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149588"/>
            <a:ext cx="10515600" cy="1325563"/>
          </a:xfrm>
        </p:spPr>
        <p:txBody>
          <a:bodyPr/>
          <a:lstStyle/>
          <a:p>
            <a:r>
              <a:rPr lang="en-US" dirty="0"/>
              <a:t>Environmental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AB18B-AC5F-AE5C-D57C-E12A785CC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80" y="2213815"/>
            <a:ext cx="10889120" cy="3855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53C037-3A23-DF5A-C461-F60C7E9B8ADB}"/>
              </a:ext>
            </a:extLst>
          </p:cNvPr>
          <p:cNvSpPr txBox="1"/>
          <p:nvPr/>
        </p:nvSpPr>
        <p:spPr>
          <a:xfrm>
            <a:off x="728841" y="1475151"/>
            <a:ext cx="1465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Year and Location Identifier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64A83-1619-3534-8A39-A1FA90005584}"/>
              </a:ext>
            </a:extLst>
          </p:cNvPr>
          <p:cNvSpPr txBox="1"/>
          <p:nvPr/>
        </p:nvSpPr>
        <p:spPr>
          <a:xfrm>
            <a:off x="3091324" y="1321260"/>
            <a:ext cx="1856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Monthly or Summed average for trait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4E87A5E-3431-97AC-0C42-12D5EB7909C8}"/>
              </a:ext>
            </a:extLst>
          </p:cNvPr>
          <p:cNvSpPr/>
          <p:nvPr/>
        </p:nvSpPr>
        <p:spPr>
          <a:xfrm rot="16200000">
            <a:off x="4026657" y="-322892"/>
            <a:ext cx="369333" cy="4704079"/>
          </a:xfrm>
          <a:prstGeom prst="rightBrace">
            <a:avLst>
              <a:gd name="adj1" fmla="val 8333"/>
              <a:gd name="adj2" fmla="val 4719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4E136-FD99-4816-AC2B-8C0230084CD2}"/>
              </a:ext>
            </a:extLst>
          </p:cNvPr>
          <p:cNvSpPr txBox="1"/>
          <p:nvPr/>
        </p:nvSpPr>
        <p:spPr>
          <a:xfrm>
            <a:off x="7861441" y="1321260"/>
            <a:ext cx="1856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Monthly or Summed average for trait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8EB8636-B1C2-3B7B-E6F8-F0A7F9B9B374}"/>
              </a:ext>
            </a:extLst>
          </p:cNvPr>
          <p:cNvSpPr/>
          <p:nvPr/>
        </p:nvSpPr>
        <p:spPr>
          <a:xfrm rot="16200000">
            <a:off x="8796774" y="-322892"/>
            <a:ext cx="369333" cy="4704079"/>
          </a:xfrm>
          <a:prstGeom prst="rightBrace">
            <a:avLst>
              <a:gd name="adj1" fmla="val 8333"/>
              <a:gd name="adj2" fmla="val 4719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4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SharedContentType xmlns="Microsoft.SharePoint.Taxonomy.ContentTypeSync" SourceId="7bc43322-b630-4bac-8b27-31def233d1d0" ContentTypeId="0x010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B32C25C79C944C8FD29E2038D01D90" ma:contentTypeVersion="10" ma:contentTypeDescription="Create a new document." ma:contentTypeScope="" ma:versionID="1dcf034fef130c1657affdd4935f5147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ea4284ff-35df-4c4a-98d5-8b5d8038f4eb" xmlns:ns4="0b29efe9-9f74-4336-980f-283db1be23d3" targetNamespace="http://schemas.microsoft.com/office/2006/metadata/properties" ma:root="true" ma:fieldsID="87ff6862abb1ec9e574cc095aa70d102" ns1:_="" ns2:_="" ns3:_="" ns4:_="">
    <xsd:import namespace="http://schemas.microsoft.com/sharepoint/v3"/>
    <xsd:import namespace="1a4d292e-883c-434b-96e3-060cfff16c86"/>
    <xsd:import namespace="ea4284ff-35df-4c4a-98d5-8b5d8038f4eb"/>
    <xsd:import namespace="0b29efe9-9f74-4336-980f-283db1be23d3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SharedWithUsers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false">
      <xsd:simpleType>
        <xsd:restriction base="dms:Unknown"/>
      </xsd:simpleType>
    </xsd:element>
    <xsd:element name="_dlc_ExpireDateSaved" ma:index="11" nillable="true" ma:displayName="Original Expiration Date" ma:hidden="true" ma:internalName="_dlc_ExpireDateSaved" ma:readOnly="false">
      <xsd:simpleType>
        <xsd:restriction base="dms:DateTime"/>
      </xsd:simpleType>
    </xsd:element>
    <xsd:element name="_dlc_ExpireDate" ma:index="12" nillable="true" ma:displayName="Expiration Date" ma:hidden="true" ma:internalName="_dlc_ExpireDate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e63a4093-b1a4-4e92-9ca6-47cf75ef6b81}" ma:internalName="TaxCatchAll" ma:showField="CatchAllData" ma:web="ea4284ff-35df-4c4a-98d5-8b5d8038f4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e63a4093-b1a4-4e92-9ca6-47cf75ef6b81}" ma:internalName="TaxCatchAllLabel" ma:readOnly="true" ma:showField="CatchAllDataLabel" ma:web="ea4284ff-35df-4c4a-98d5-8b5d8038f4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4284ff-35df-4c4a-98d5-8b5d8038f4e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9efe9-9f74-4336-980f-283db1be23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99DF9B-5722-468C-8615-8FC48AC073D9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055E98FB-ABC8-4679-BA2F-AE79C331C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2E9BC4-EBB6-45BB-B0E6-E1EC2108A6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4d292e-883c-434b-96e3-060cfff16c86"/>
    <ds:schemaRef ds:uri="ea4284ff-35df-4c4a-98d5-8b5d8038f4eb"/>
    <ds:schemaRef ds:uri="0b29efe9-9f74-4336-980f-283db1be23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</Words>
  <Application>Microsoft Macintosh PowerPoint</Application>
  <PresentationFormat>Widescreen</PresentationFormat>
  <Paragraphs>41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The Legacy Dataset</vt:lpstr>
      <vt:lpstr>Data Files</vt:lpstr>
      <vt:lpstr>PowerPoint Presentation</vt:lpstr>
      <vt:lpstr>Imputed Genotypes are separated into per file access</vt:lpstr>
      <vt:lpstr>Environmental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 minutes to plant breeding data mastery</dc:title>
  <dc:creator>Nicholas Ames</dc:creator>
  <cp:lastModifiedBy>Nicholas Ames</cp:lastModifiedBy>
  <cp:revision>1</cp:revision>
  <dcterms:created xsi:type="dcterms:W3CDTF">2024-03-28T16:10:31Z</dcterms:created>
  <dcterms:modified xsi:type="dcterms:W3CDTF">2025-05-14T17:24:46Z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2024-03-28T20:57:50Z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72cbc1c1-14a4-4bab-a434-2e6f47e8de14</vt:lpwstr>
  </property>
  <property fmtid="{D5CDD505-2E9C-101B-9397-08002B2CF9AE}" pid="8" name="MSIP_Label_2c76c141-ac86-40e5-abf2-c6f60e474cee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RESTRICTED</vt:lpwstr>
  </property>
</Properties>
</file>